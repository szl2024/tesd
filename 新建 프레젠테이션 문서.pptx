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985" autoAdjust="0"/>
  </p:normalViewPr>
  <p:slideViewPr>
    <p:cSldViewPr snapToGrid="0">
      <p:cViewPr varScale="1">
        <p:scale>
          <a:sx n="105" d="100"/>
          <a:sy n="105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852CD-348E-419A-8986-F0AB5D2CC10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8DCAB-5985-4FD9-A8E0-158466A68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02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8DCAB-5985-4FD9-A8E0-158466A68F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810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9164-B2AC-6D87-06D1-94300B49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5F97C-658E-69F6-77D4-F7D2B6CA0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3CB002-A0D2-2024-D216-FA1009E0C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8BD75E-5380-597E-885F-2F829EF21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8DCAB-5985-4FD9-A8E0-158466A68F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261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974C-2AEE-67D3-4823-94B8D422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C53BD9-30AE-00F4-A5EB-5DF317B62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6B4EEA-0709-E7EA-1902-AF84A52DC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475B03-3850-DCB8-0727-1540F0E07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8DCAB-5985-4FD9-A8E0-158466A68F3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019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F5FC-ADA7-6090-4D19-0DFF94B5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472FB8-8B80-B742-EF2B-76354AFEB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18047D-7145-DB22-4144-D2AF84305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E28D4-EF1E-895C-1AB7-06497ADD5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8DCAB-5985-4FD9-A8E0-158466A68F3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4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E8707-A3E9-F139-7DCD-98CE7DFDC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D59083-68CF-FD11-BDD8-4B8A94189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1F45A-0BAD-4C78-548D-7E5FBE4D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B0E1B9-0EF8-D88A-4989-9C3A8441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25E6A-D535-A242-2E03-D356888F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49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CC753-DACD-BB02-4798-AAB08975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D0CCD-F5D2-CC62-CAAD-820963D7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0E5C0-DACF-9A9E-0FCE-B78DC52E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1CB5A-2339-ED3F-1CF5-09BE58E0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B5FBD-6FFD-9E1C-6E42-362E710B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47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AC4AD-17F6-198E-7AD6-5ACDC7B1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42C-74B0-AC4D-07AD-77F527B58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3A5A9-83B3-196B-4533-4FA7E4DE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DD0C1-8D53-37D5-FFE1-703724F7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03E89-0D87-267C-EC9A-B4F92AD9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93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39825-F9A3-24D3-6BB8-8C93A6E8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C84E9-9C0C-B9BE-3DFB-81BAA415B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3AC6CE-7098-CED2-429A-9677F298B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06981-A733-28FE-F820-838B4F79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B072A2-4E9C-29A0-5EDE-ED4C3650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19F446-0DAD-6D26-CEF7-67478C30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14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BF36B-7515-82CB-F166-274CBBCE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B523CE-4D49-D6EB-E6A5-9145C9A4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3DF170-DCEF-A24C-A036-B924C885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8D518D-7DBA-5684-6133-3C10668A5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691DC6-6D1E-16CF-EF7E-B4789C9BF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9E8C01-CA6B-8DF1-7136-06FFC2FA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83B798-6732-2B23-8926-21B6882D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ED1C17-1BA4-FD52-F617-B2F83B8A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2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3D8DD-AC30-5E4A-FADE-5ACCF6CC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73A497-A70D-B05A-6188-52B2E950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FA0406-5C62-05E7-1582-EBE22204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F860DF-8E35-044B-79F0-6E19A6CB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B4516B-EAEE-037B-DC75-9E4F001E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5E8275-D1A0-42B1-D8DA-EC7F9247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FCF0C-8379-B754-3D90-85DD5F19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7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B949F-0D5B-FFFA-DAE9-18F5F624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E15983-0012-3560-BB93-793FE3F85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F9889-5F2E-751A-55C5-4BE6B0DAC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D76287-1D45-40A4-6CC7-5E0DA8CA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94EFA7-E678-84B6-7C62-333E08F3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A43D7-F4B7-7D13-F305-2A90FB79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729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E7940-A93E-2A66-CE42-FFE369E4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1B68D9-544F-C5DD-727D-FC0084E66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44DA17-FC3F-B1B7-50DF-BB898152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9DA756-80E5-DE04-7335-D563D0B4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DF6292-A6D3-FAFC-CC34-14E1B46E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9C97D7-1E30-5DEE-5CFC-648437F0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67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7D92C-DCEC-753C-CF83-22FB80FA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F905CF-3076-D4A0-1F0C-175ED5F4D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FE9DB0-66EC-FD54-3C49-043387C57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4DB5A6-05A8-0D27-9C4C-D311762D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1C40C6-16EF-DE5B-1DB2-21720150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11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61444F-B47B-07F0-9CBC-ABCD7AC66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CB1BC4-111B-D336-6CA1-51736D2FB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9A843-409A-5F5F-8224-96D552EC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6EBD42-9A02-30FD-E3D7-4A7BC09B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684C1-6DB3-BC11-3DDB-E6F05DFE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64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78C84D-CBFC-603F-094C-731ED0C36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4C533A-6220-8ACC-B4AB-5684866A6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92D820-5659-DF59-6A03-8050FE936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DCD06-B1F6-4833-A91D-DE294710E2E0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6E4F5-3290-F78F-3A70-E268F92BF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E3BDE3-E4FA-E082-FBA7-CE9581318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C9AB9-FCA7-4A19-8369-2E52D738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87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柱体 1">
            <a:extLst>
              <a:ext uri="{FF2B5EF4-FFF2-40B4-BE49-F238E27FC236}">
                <a16:creationId xmlns:a16="http://schemas.microsoft.com/office/drawing/2014/main" id="{461D8E58-3313-E4BF-2FEE-8772B418A395}"/>
              </a:ext>
            </a:extLst>
          </p:cNvPr>
          <p:cNvSpPr/>
          <p:nvPr/>
        </p:nvSpPr>
        <p:spPr>
          <a:xfrm>
            <a:off x="2830859" y="419960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43A535-0EBE-E3A0-E39F-BA60C5CAFFDA}"/>
              </a:ext>
            </a:extLst>
          </p:cNvPr>
          <p:cNvSpPr txBox="1"/>
          <p:nvPr/>
        </p:nvSpPr>
        <p:spPr>
          <a:xfrm>
            <a:off x="3420405" y="812809"/>
            <a:ext cx="93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asw.csv</a:t>
            </a:r>
            <a:endParaRPr lang="zh-CN" altLang="en-US" dirty="0"/>
          </a:p>
        </p:txBody>
      </p:sp>
      <p:sp>
        <p:nvSpPr>
          <p:cNvPr id="9" name="圆柱体 8">
            <a:extLst>
              <a:ext uri="{FF2B5EF4-FFF2-40B4-BE49-F238E27FC236}">
                <a16:creationId xmlns:a16="http://schemas.microsoft.com/office/drawing/2014/main" id="{9AA19F50-BBA5-75A0-1401-B2790D75CFED}"/>
              </a:ext>
            </a:extLst>
          </p:cNvPr>
          <p:cNvSpPr/>
          <p:nvPr/>
        </p:nvSpPr>
        <p:spPr>
          <a:xfrm>
            <a:off x="2830859" y="1679266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5D396-44E5-4EF8-D222-3FCD0A9C1D04}"/>
              </a:ext>
            </a:extLst>
          </p:cNvPr>
          <p:cNvSpPr txBox="1"/>
          <p:nvPr/>
        </p:nvSpPr>
        <p:spPr>
          <a:xfrm>
            <a:off x="2794763" y="1975863"/>
            <a:ext cx="229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component_info.csv</a:t>
            </a:r>
            <a:endParaRPr lang="zh-CN" altLang="en-US" dirty="0"/>
          </a:p>
        </p:txBody>
      </p:sp>
      <p:sp>
        <p:nvSpPr>
          <p:cNvPr id="12" name="圆柱体 11">
            <a:extLst>
              <a:ext uri="{FF2B5EF4-FFF2-40B4-BE49-F238E27FC236}">
                <a16:creationId xmlns:a16="http://schemas.microsoft.com/office/drawing/2014/main" id="{0B326E9B-C961-523A-719D-2AE359C9DAE1}"/>
              </a:ext>
            </a:extLst>
          </p:cNvPr>
          <p:cNvSpPr/>
          <p:nvPr/>
        </p:nvSpPr>
        <p:spPr>
          <a:xfrm>
            <a:off x="2830859" y="2938389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81BE7B-B2C6-6058-BE7E-DD255BFD6898}"/>
              </a:ext>
            </a:extLst>
          </p:cNvPr>
          <p:cNvSpPr txBox="1"/>
          <p:nvPr/>
        </p:nvSpPr>
        <p:spPr>
          <a:xfrm>
            <a:off x="2794763" y="3234986"/>
            <a:ext cx="2189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rq_versus_component.csv</a:t>
            </a:r>
            <a:endParaRPr lang="zh-CN" altLang="en-US" dirty="0"/>
          </a:p>
        </p:txBody>
      </p:sp>
      <p:sp>
        <p:nvSpPr>
          <p:cNvPr id="16" name="圆柱体 15">
            <a:extLst>
              <a:ext uri="{FF2B5EF4-FFF2-40B4-BE49-F238E27FC236}">
                <a16:creationId xmlns:a16="http://schemas.microsoft.com/office/drawing/2014/main" id="{58A319CD-4549-C9A0-594B-B97533B6E02E}"/>
              </a:ext>
            </a:extLst>
          </p:cNvPr>
          <p:cNvSpPr/>
          <p:nvPr/>
        </p:nvSpPr>
        <p:spPr>
          <a:xfrm>
            <a:off x="2830858" y="4177914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836F6A-AF3B-FD7D-5314-9075FCBD2DEE}"/>
              </a:ext>
            </a:extLst>
          </p:cNvPr>
          <p:cNvSpPr txBox="1"/>
          <p:nvPr/>
        </p:nvSpPr>
        <p:spPr>
          <a:xfrm>
            <a:off x="2830857" y="4518171"/>
            <a:ext cx="2045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complexity.json</a:t>
            </a:r>
            <a:endParaRPr lang="zh-CN" altLang="en-US" dirty="0"/>
          </a:p>
        </p:txBody>
      </p:sp>
      <p:sp>
        <p:nvSpPr>
          <p:cNvPr id="18" name="圆柱体 17">
            <a:extLst>
              <a:ext uri="{FF2B5EF4-FFF2-40B4-BE49-F238E27FC236}">
                <a16:creationId xmlns:a16="http://schemas.microsoft.com/office/drawing/2014/main" id="{60FD9E8C-FB3B-67D9-30A1-30BA02D50AF6}"/>
              </a:ext>
            </a:extLst>
          </p:cNvPr>
          <p:cNvSpPr/>
          <p:nvPr/>
        </p:nvSpPr>
        <p:spPr>
          <a:xfrm>
            <a:off x="2830857" y="5437037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1E67F7-95A8-BB9A-3CF0-FA1AFE6748CE}"/>
              </a:ext>
            </a:extLst>
          </p:cNvPr>
          <p:cNvSpPr txBox="1"/>
          <p:nvPr/>
        </p:nvSpPr>
        <p:spPr>
          <a:xfrm>
            <a:off x="3095551" y="5743797"/>
            <a:ext cx="158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 모델 파일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en-US" altLang="ko-KR" dirty="0" err="1"/>
              <a:t>slx</a:t>
            </a:r>
            <a:r>
              <a:rPr lang="en-US" altLang="ko-KR" dirty="0"/>
              <a:t> 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B2CB9C-9EC4-C0A1-32B3-D4F3F75BD150}"/>
              </a:ext>
            </a:extLst>
          </p:cNvPr>
          <p:cNvSpPr/>
          <p:nvPr/>
        </p:nvSpPr>
        <p:spPr>
          <a:xfrm>
            <a:off x="457200" y="4316921"/>
            <a:ext cx="1648326" cy="7500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M2 </a:t>
            </a:r>
            <a:r>
              <a:rPr lang="ko-KR" altLang="en-US" dirty="0"/>
              <a:t>도구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5C3944D-6CF6-FED1-B31A-0A042950767F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>
            <a:off x="2105526" y="4691951"/>
            <a:ext cx="725331" cy="10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612FE84-8D06-3189-05F9-B2E012EF075E}"/>
              </a:ext>
            </a:extLst>
          </p:cNvPr>
          <p:cNvSpPr txBox="1"/>
          <p:nvPr/>
        </p:nvSpPr>
        <p:spPr>
          <a:xfrm>
            <a:off x="2185593" y="4254348"/>
            <a:ext cx="727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생성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69B1BD-A4F4-EC22-5906-A1DFA04FC690}"/>
              </a:ext>
            </a:extLst>
          </p:cNvPr>
          <p:cNvSpPr/>
          <p:nvPr/>
        </p:nvSpPr>
        <p:spPr>
          <a:xfrm>
            <a:off x="5614162" y="3072606"/>
            <a:ext cx="1648326" cy="7500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FCU_Tool</a:t>
            </a:r>
            <a:endParaRPr lang="zh-CN" altLang="en-US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BC9872C-0696-0BF2-E1E9-EB03BB7139A4}"/>
              </a:ext>
            </a:extLst>
          </p:cNvPr>
          <p:cNvCxnSpPr>
            <a:stCxn id="2" idx="4"/>
          </p:cNvCxnSpPr>
          <p:nvPr/>
        </p:nvCxnSpPr>
        <p:spPr>
          <a:xfrm>
            <a:off x="4876226" y="901223"/>
            <a:ext cx="32485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9D60E05-BE6D-6C17-53A8-175B023BC4BD}"/>
              </a:ext>
            </a:extLst>
          </p:cNvPr>
          <p:cNvCxnSpPr/>
          <p:nvPr/>
        </p:nvCxnSpPr>
        <p:spPr>
          <a:xfrm>
            <a:off x="4876226" y="2208655"/>
            <a:ext cx="32485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72E10B4-2B00-D41C-7BB6-8BAF4D76D5D0}"/>
              </a:ext>
            </a:extLst>
          </p:cNvPr>
          <p:cNvCxnSpPr/>
          <p:nvPr/>
        </p:nvCxnSpPr>
        <p:spPr>
          <a:xfrm>
            <a:off x="4884246" y="3439886"/>
            <a:ext cx="32485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2D73C72-17B4-48ED-7441-A56870F58C8B}"/>
              </a:ext>
            </a:extLst>
          </p:cNvPr>
          <p:cNvCxnSpPr/>
          <p:nvPr/>
        </p:nvCxnSpPr>
        <p:spPr>
          <a:xfrm>
            <a:off x="4876224" y="4702837"/>
            <a:ext cx="32485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E96CC95-9030-B520-2359-0BF938519BC1}"/>
              </a:ext>
            </a:extLst>
          </p:cNvPr>
          <p:cNvCxnSpPr/>
          <p:nvPr/>
        </p:nvCxnSpPr>
        <p:spPr>
          <a:xfrm>
            <a:off x="4884246" y="5974174"/>
            <a:ext cx="32485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4AC08D9-D30C-CA08-2AE4-ADF69287218C}"/>
              </a:ext>
            </a:extLst>
          </p:cNvPr>
          <p:cNvCxnSpPr>
            <a:cxnSpLocks/>
          </p:cNvCxnSpPr>
          <p:nvPr/>
        </p:nvCxnSpPr>
        <p:spPr>
          <a:xfrm>
            <a:off x="5201077" y="901223"/>
            <a:ext cx="8022" cy="507295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01C9795-34FE-E11B-192E-FB567B7618C6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217119" y="3444079"/>
            <a:ext cx="397043" cy="3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圆柱体 43">
            <a:extLst>
              <a:ext uri="{FF2B5EF4-FFF2-40B4-BE49-F238E27FC236}">
                <a16:creationId xmlns:a16="http://schemas.microsoft.com/office/drawing/2014/main" id="{5F9ED338-E7C0-7A88-B40E-2650B831CDE6}"/>
              </a:ext>
            </a:extLst>
          </p:cNvPr>
          <p:cNvSpPr/>
          <p:nvPr/>
        </p:nvSpPr>
        <p:spPr>
          <a:xfrm>
            <a:off x="7766382" y="2966373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5977EF9-650E-8768-FF51-3199F753818A}"/>
              </a:ext>
            </a:extLst>
          </p:cNvPr>
          <p:cNvSpPr txBox="1"/>
          <p:nvPr/>
        </p:nvSpPr>
        <p:spPr>
          <a:xfrm>
            <a:off x="8107276" y="3326275"/>
            <a:ext cx="153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result.ldixml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D2073CC-20D6-6838-0F36-64D2F11EFD3A}"/>
              </a:ext>
            </a:extLst>
          </p:cNvPr>
          <p:cNvCxnSpPr>
            <a:cxnSpLocks/>
            <a:stCxn id="24" idx="3"/>
            <a:endCxn id="44" idx="2"/>
          </p:cNvCxnSpPr>
          <p:nvPr/>
        </p:nvCxnSpPr>
        <p:spPr>
          <a:xfrm>
            <a:off x="7262488" y="3447636"/>
            <a:ext cx="503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0A7CBA59-2E4B-848C-6655-D6B2F552D6CB}"/>
              </a:ext>
            </a:extLst>
          </p:cNvPr>
          <p:cNvSpPr/>
          <p:nvPr/>
        </p:nvSpPr>
        <p:spPr>
          <a:xfrm>
            <a:off x="10507574" y="3061720"/>
            <a:ext cx="1648326" cy="7500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Lattix</a:t>
            </a:r>
            <a:endParaRPr lang="zh-CN" altLang="en-US" dirty="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6BA3E26-BC61-DFBD-6790-6F28896E6916}"/>
              </a:ext>
            </a:extLst>
          </p:cNvPr>
          <p:cNvCxnSpPr>
            <a:cxnSpLocks/>
            <a:stCxn id="44" idx="4"/>
          </p:cNvCxnSpPr>
          <p:nvPr/>
        </p:nvCxnSpPr>
        <p:spPr>
          <a:xfrm flipV="1">
            <a:off x="9811749" y="3440943"/>
            <a:ext cx="695825" cy="66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DC55583-34D5-AF60-B2F6-F35763D378ED}"/>
              </a:ext>
            </a:extLst>
          </p:cNvPr>
          <p:cNvSpPr txBox="1"/>
          <p:nvPr/>
        </p:nvSpPr>
        <p:spPr>
          <a:xfrm>
            <a:off x="7201899" y="3124677"/>
            <a:ext cx="727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생성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BBBC982-909F-FD34-F9FD-235E5AEFF6E3}"/>
              </a:ext>
            </a:extLst>
          </p:cNvPr>
          <p:cNvSpPr txBox="1"/>
          <p:nvPr/>
        </p:nvSpPr>
        <p:spPr>
          <a:xfrm>
            <a:off x="9806444" y="3059668"/>
            <a:ext cx="727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도입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93328D0-1C71-33F7-2746-717AD3973325}"/>
              </a:ext>
            </a:extLst>
          </p:cNvPr>
          <p:cNvSpPr txBox="1"/>
          <p:nvPr/>
        </p:nvSpPr>
        <p:spPr>
          <a:xfrm>
            <a:off x="4884246" y="3102665"/>
            <a:ext cx="727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입력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1DD2482-D840-23A3-3308-DDB39AC7C875}"/>
              </a:ext>
            </a:extLst>
          </p:cNvPr>
          <p:cNvSpPr txBox="1"/>
          <p:nvPr/>
        </p:nvSpPr>
        <p:spPr>
          <a:xfrm>
            <a:off x="326571" y="272143"/>
            <a:ext cx="2045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코드 전체 흐름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534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44CBDC49-65FD-BA66-C836-2D8D2C419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766518"/>
            <a:ext cx="3820058" cy="34961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DF36A51-D2B2-6929-0EF6-45BF42A5BF13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FCU_Tool</a:t>
            </a:r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코드의 전체 기능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C20333-E157-6EDC-942F-385EB1D0EBE2}"/>
              </a:ext>
            </a:extLst>
          </p:cNvPr>
          <p:cNvSpPr/>
          <p:nvPr/>
        </p:nvSpPr>
        <p:spPr>
          <a:xfrm>
            <a:off x="326572" y="1055914"/>
            <a:ext cx="1219200" cy="1556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7F1DE7B-B588-40BD-5288-9446C3C4724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545772" y="1817914"/>
            <a:ext cx="3559628" cy="16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175EC12-CF41-A197-2BAE-DCDBD2020C93}"/>
              </a:ext>
            </a:extLst>
          </p:cNvPr>
          <p:cNvSpPr txBox="1"/>
          <p:nvPr/>
        </p:nvSpPr>
        <p:spPr>
          <a:xfrm>
            <a:off x="5365829" y="1633248"/>
            <a:ext cx="317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 지표에 해당하는 코드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CFAD02B-137B-E232-6BD5-5B7D890ADEB4}"/>
              </a:ext>
            </a:extLst>
          </p:cNvPr>
          <p:cNvCxnSpPr>
            <a:cxnSpLocks/>
          </p:cNvCxnSpPr>
          <p:nvPr/>
        </p:nvCxnSpPr>
        <p:spPr>
          <a:xfrm flipV="1">
            <a:off x="1545772" y="2774873"/>
            <a:ext cx="3559628" cy="16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42DA33-3672-499E-8843-C412D8FC41E8}"/>
              </a:ext>
            </a:extLst>
          </p:cNvPr>
          <p:cNvSpPr/>
          <p:nvPr/>
        </p:nvSpPr>
        <p:spPr>
          <a:xfrm>
            <a:off x="326572" y="2706837"/>
            <a:ext cx="1219200" cy="136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093997-6335-D45D-57CA-5C6F182F656F}"/>
              </a:ext>
            </a:extLst>
          </p:cNvPr>
          <p:cNvSpPr txBox="1"/>
          <p:nvPr/>
        </p:nvSpPr>
        <p:spPr>
          <a:xfrm>
            <a:off x="5256972" y="2525484"/>
            <a:ext cx="317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</a:t>
            </a:r>
            <a:r>
              <a:rPr lang="en-US" altLang="ko-KR" dirty="0"/>
              <a:t>result.ldi.xml</a:t>
            </a:r>
            <a:r>
              <a:rPr lang="ko-KR" altLang="en-US" dirty="0"/>
              <a:t> 생성 위치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73DD31-1D25-D691-5E30-27428DDBF0CC}"/>
              </a:ext>
            </a:extLst>
          </p:cNvPr>
          <p:cNvSpPr/>
          <p:nvPr/>
        </p:nvSpPr>
        <p:spPr>
          <a:xfrm>
            <a:off x="326572" y="2971685"/>
            <a:ext cx="1219200" cy="136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84B017F-6F5F-FD17-2476-26EBA60480FE}"/>
              </a:ext>
            </a:extLst>
          </p:cNvPr>
          <p:cNvCxnSpPr>
            <a:cxnSpLocks/>
          </p:cNvCxnSpPr>
          <p:nvPr/>
        </p:nvCxnSpPr>
        <p:spPr>
          <a:xfrm flipV="1">
            <a:off x="1545772" y="3023392"/>
            <a:ext cx="3559628" cy="16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9CCF54-E916-589A-19B2-B71E62E71D3C}"/>
              </a:ext>
            </a:extLst>
          </p:cNvPr>
          <p:cNvSpPr txBox="1"/>
          <p:nvPr/>
        </p:nvSpPr>
        <p:spPr>
          <a:xfrm>
            <a:off x="5256971" y="2838726"/>
            <a:ext cx="538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공용 데이터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파일 경로 정보 등</a:t>
            </a:r>
            <a:r>
              <a:rPr lang="en-US" altLang="ko-KR" dirty="0"/>
              <a:t>)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9C6853-F7F0-EA36-EE1C-4DA6C5FB0C52}"/>
              </a:ext>
            </a:extLst>
          </p:cNvPr>
          <p:cNvSpPr/>
          <p:nvPr/>
        </p:nvSpPr>
        <p:spPr>
          <a:xfrm>
            <a:off x="326572" y="3232590"/>
            <a:ext cx="1219200" cy="136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7CC53C8-7ED5-B63D-9D8E-1A52F0C17951}"/>
              </a:ext>
            </a:extLst>
          </p:cNvPr>
          <p:cNvCxnSpPr>
            <a:cxnSpLocks/>
          </p:cNvCxnSpPr>
          <p:nvPr/>
        </p:nvCxnSpPr>
        <p:spPr>
          <a:xfrm flipV="1">
            <a:off x="1545772" y="3292461"/>
            <a:ext cx="3559628" cy="16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0914A65-1AF5-D962-0B9D-F683212786F4}"/>
              </a:ext>
            </a:extLst>
          </p:cNvPr>
          <p:cNvSpPr txBox="1"/>
          <p:nvPr/>
        </p:nvSpPr>
        <p:spPr>
          <a:xfrm>
            <a:off x="5256970" y="3151968"/>
            <a:ext cx="538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asw.csv</a:t>
            </a:r>
            <a:r>
              <a:rPr lang="ko-KR" altLang="en-US" dirty="0"/>
              <a:t>를 기반으로 모듈 간 의존 관계를 분석한다</a:t>
            </a:r>
            <a:r>
              <a:rPr lang="en-US" altLang="ko-KR" dirty="0"/>
              <a:t>.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354A89-9E3B-F01F-C334-49D406374701}"/>
              </a:ext>
            </a:extLst>
          </p:cNvPr>
          <p:cNvSpPr/>
          <p:nvPr/>
        </p:nvSpPr>
        <p:spPr>
          <a:xfrm>
            <a:off x="326572" y="4083959"/>
            <a:ext cx="1219200" cy="136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657376D-0BD4-87D6-0A21-730065D91279}"/>
              </a:ext>
            </a:extLst>
          </p:cNvPr>
          <p:cNvCxnSpPr>
            <a:cxnSpLocks/>
          </p:cNvCxnSpPr>
          <p:nvPr/>
        </p:nvCxnSpPr>
        <p:spPr>
          <a:xfrm flipV="1">
            <a:off x="1545772" y="4151995"/>
            <a:ext cx="3559628" cy="16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5F9B575-54A6-3E62-AE26-7AE238E95CB8}"/>
              </a:ext>
            </a:extLst>
          </p:cNvPr>
          <p:cNvSpPr txBox="1"/>
          <p:nvPr/>
        </p:nvSpPr>
        <p:spPr>
          <a:xfrm>
            <a:off x="5256970" y="3899293"/>
            <a:ext cx="538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메인 엔트리 포인트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BBD033-1427-B27C-7773-9BB60AB45B5A}"/>
              </a:ext>
            </a:extLst>
          </p:cNvPr>
          <p:cNvSpPr/>
          <p:nvPr/>
        </p:nvSpPr>
        <p:spPr>
          <a:xfrm>
            <a:off x="326570" y="840976"/>
            <a:ext cx="1219200" cy="136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979C9CA-C74E-5C41-6B09-9E23E3AB6062}"/>
              </a:ext>
            </a:extLst>
          </p:cNvPr>
          <p:cNvCxnSpPr>
            <a:cxnSpLocks/>
          </p:cNvCxnSpPr>
          <p:nvPr/>
        </p:nvCxnSpPr>
        <p:spPr>
          <a:xfrm flipV="1">
            <a:off x="1545770" y="905051"/>
            <a:ext cx="3559628" cy="16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0820B06-714D-0C45-14DE-3847D47F0234}"/>
              </a:ext>
            </a:extLst>
          </p:cNvPr>
          <p:cNvSpPr txBox="1"/>
          <p:nvPr/>
        </p:nvSpPr>
        <p:spPr>
          <a:xfrm>
            <a:off x="5105398" y="743609"/>
            <a:ext cx="538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result.ldi.xml</a:t>
            </a:r>
            <a:r>
              <a:rPr lang="ko-KR" altLang="en-US" dirty="0"/>
              <a:t> 파일을 생성하는 코드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997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AD8BF68E-79F1-0952-4F02-26C810D3E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06" y="885480"/>
            <a:ext cx="8668960" cy="493463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EB86B3C-8071-3255-88EE-C19AB57700CC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코드의 </a:t>
            </a:r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7</a:t>
            </a:r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개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C8BA55-AF41-D8B7-A991-E635FAD331D4}"/>
              </a:ext>
            </a:extLst>
          </p:cNvPr>
          <p:cNvSpPr/>
          <p:nvPr/>
        </p:nvSpPr>
        <p:spPr>
          <a:xfrm>
            <a:off x="827314" y="1077686"/>
            <a:ext cx="8142515" cy="12409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7095E-2990-E178-6ADA-E33A3C3D008B}"/>
              </a:ext>
            </a:extLst>
          </p:cNvPr>
          <p:cNvSpPr/>
          <p:nvPr/>
        </p:nvSpPr>
        <p:spPr>
          <a:xfrm flipV="1">
            <a:off x="816428" y="2416628"/>
            <a:ext cx="8142515" cy="390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A21AE8-E87B-CB61-46BD-C5064EDB7BA5}"/>
              </a:ext>
            </a:extLst>
          </p:cNvPr>
          <p:cNvSpPr/>
          <p:nvPr/>
        </p:nvSpPr>
        <p:spPr>
          <a:xfrm flipV="1">
            <a:off x="816428" y="2928256"/>
            <a:ext cx="8142515" cy="390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C74069-1B92-1BEB-339D-A801237E7259}"/>
              </a:ext>
            </a:extLst>
          </p:cNvPr>
          <p:cNvSpPr/>
          <p:nvPr/>
        </p:nvSpPr>
        <p:spPr>
          <a:xfrm flipV="1">
            <a:off x="816428" y="3439883"/>
            <a:ext cx="8142515" cy="390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8A06A5-FB8A-B1CD-81C6-50AB256C7629}"/>
              </a:ext>
            </a:extLst>
          </p:cNvPr>
          <p:cNvSpPr/>
          <p:nvPr/>
        </p:nvSpPr>
        <p:spPr>
          <a:xfrm flipV="1">
            <a:off x="816427" y="3985978"/>
            <a:ext cx="8142515" cy="390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96A450-5303-224C-ABF7-C36D8CF18318}"/>
              </a:ext>
            </a:extLst>
          </p:cNvPr>
          <p:cNvSpPr/>
          <p:nvPr/>
        </p:nvSpPr>
        <p:spPr>
          <a:xfrm flipV="1">
            <a:off x="827314" y="4554293"/>
            <a:ext cx="8142515" cy="390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98ECAF-B764-C76F-6BF6-B5E03686D727}"/>
              </a:ext>
            </a:extLst>
          </p:cNvPr>
          <p:cNvSpPr/>
          <p:nvPr/>
        </p:nvSpPr>
        <p:spPr>
          <a:xfrm flipV="1">
            <a:off x="816426" y="5100388"/>
            <a:ext cx="8142515" cy="390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66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65E9B1-57B0-01A7-E495-4A5BF8AA656D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1 : SWC</a:t>
            </a:r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간 의존관계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2DDBD9-2013-4954-6426-ED02AFA1318D}"/>
              </a:ext>
            </a:extLst>
          </p:cNvPr>
          <p:cNvSpPr/>
          <p:nvPr/>
        </p:nvSpPr>
        <p:spPr>
          <a:xfrm>
            <a:off x="491897" y="912758"/>
            <a:ext cx="450532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main | </a:t>
            </a:r>
            <a:r>
              <a:rPr lang="en-US" altLang="zh-CN" dirty="0" err="1">
                <a:solidFill>
                  <a:schemeClr val="tx1"/>
                </a:solidFill>
              </a:rPr>
              <a:t>Public_data.InitOutputDirectory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571B50-B21C-96BD-07EF-EF1BD71CB2CE}"/>
              </a:ext>
            </a:extLst>
          </p:cNvPr>
          <p:cNvSpPr/>
          <p:nvPr/>
        </p:nvSpPr>
        <p:spPr>
          <a:xfrm>
            <a:off x="326570" y="1640740"/>
            <a:ext cx="483597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Public_data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InitConnectorFilePathFromUser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</p:txBody>
      </p:sp>
      <p:pic>
        <p:nvPicPr>
          <p:cNvPr id="9" name="图片 8" descr="图形用户界面, 文本&#10;&#10;AI 生成的内容可能不正确。">
            <a:extLst>
              <a:ext uri="{FF2B5EF4-FFF2-40B4-BE49-F238E27FC236}">
                <a16:creationId xmlns:a16="http://schemas.microsoft.com/office/drawing/2014/main" id="{D74CCF1C-DD0B-528B-B1C1-006DEA77B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357" y="8665"/>
            <a:ext cx="3351643" cy="102006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8FA4C8C-E944-D5E5-B37A-B51854D03509}"/>
              </a:ext>
            </a:extLst>
          </p:cNvPr>
          <p:cNvSpPr/>
          <p:nvPr/>
        </p:nvSpPr>
        <p:spPr>
          <a:xfrm>
            <a:off x="326570" y="2368722"/>
            <a:ext cx="38250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Public_data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SetConnectorFilePath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A13A06-83FD-4A37-90EB-EE1E15ADD954}"/>
              </a:ext>
            </a:extLst>
          </p:cNvPr>
          <p:cNvSpPr/>
          <p:nvPr/>
        </p:nvSpPr>
        <p:spPr>
          <a:xfrm>
            <a:off x="4388818" y="2368722"/>
            <a:ext cx="38250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Public_data</a:t>
            </a:r>
            <a:r>
              <a:rPr lang="en-US" altLang="zh-CN" dirty="0">
                <a:solidFill>
                  <a:schemeClr val="tx1"/>
                </a:solidFill>
              </a:rPr>
              <a:t> | SetM2M3FilePath()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F0D44F5-A557-1EDA-23EC-71DB7242C24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744560" y="1312868"/>
            <a:ext cx="0" cy="327872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7977ADFE-A374-611C-5DA8-153B9F40A5E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2327883" y="1952045"/>
            <a:ext cx="327872" cy="505482"/>
          </a:xfrm>
          <a:prstGeom prst="bentConnector3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6CCCE9B7-B5FA-62BC-05C0-69025EA107F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4359007" y="426403"/>
            <a:ext cx="327872" cy="3556766"/>
          </a:xfrm>
          <a:prstGeom prst="bentConnector3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C4C40B0-72FA-878E-7BFF-E1ECBD7DE21F}"/>
              </a:ext>
            </a:extLst>
          </p:cNvPr>
          <p:cNvSpPr txBox="1"/>
          <p:nvPr/>
        </p:nvSpPr>
        <p:spPr>
          <a:xfrm>
            <a:off x="491897" y="3331779"/>
            <a:ext cx="94298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main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Public_data.InitOutputDirectory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여기에서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Output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폴더가 있으면 삭제하고 다음 함수를 호출 </a:t>
            </a:r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InitConnectorFilePathFromUser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사용자에게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asw.csv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파일이 있는 경로를 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입력받고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해당 경로에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asw.csv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결합한 값을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csvPath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저장하여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SetConnectorFilePath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함수로 전달합니다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단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dir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asw.csv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파일이 위치한 디렉터리 경로만 저장하여 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SetM2M3FilePath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함수로 전달합니다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SetConnectorFilePath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경로를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ConnectorFilePath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저장합니다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SetM2M3FilePath() :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complexity.json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rq_versus_component.csv, component_info.csv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asw.csv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와 동일한 경로에 있으므로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여기서 이 세 파일의 경로도 함께 바로 기록합니다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4654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6A41F-1CFF-7D47-52A1-C800912E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733F30-4C38-7BC8-3C63-9CFD5A34343F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1 : SWC</a:t>
            </a:r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간 의존관계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0C7BF6-43A5-4829-4F1B-71DC0F9A0D77}"/>
              </a:ext>
            </a:extLst>
          </p:cNvPr>
          <p:cNvSpPr/>
          <p:nvPr/>
        </p:nvSpPr>
        <p:spPr>
          <a:xfrm>
            <a:off x="491896" y="912758"/>
            <a:ext cx="846160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</a:rPr>
              <a:t>main | </a:t>
            </a:r>
            <a:r>
              <a:rPr lang="en-US" altLang="zh-CN" dirty="0" err="1">
                <a:solidFill>
                  <a:schemeClr val="tx1"/>
                </a:solidFill>
              </a:rPr>
              <a:t>SWC_Dependence.AnalyzeSWCDependencies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Public_data.ConnectorFilePath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91A492-4474-2F21-BF7E-2DCBF299C12B}"/>
              </a:ext>
            </a:extLst>
          </p:cNvPr>
          <p:cNvSpPr/>
          <p:nvPr/>
        </p:nvSpPr>
        <p:spPr>
          <a:xfrm>
            <a:off x="491896" y="1623843"/>
            <a:ext cx="736440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SWC_Dependence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ExtractDependenciesAggregatedFromASW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filePath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9" name="图片 8" descr="图形用户界面, 文本&#10;&#10;AI 生成的内容可能不正确。">
            <a:extLst>
              <a:ext uri="{FF2B5EF4-FFF2-40B4-BE49-F238E27FC236}">
                <a16:creationId xmlns:a16="http://schemas.microsoft.com/office/drawing/2014/main" id="{B6D839FF-F05C-027C-E4BB-7FDCB0CF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357" y="8665"/>
            <a:ext cx="3351643" cy="102006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7FC3522-5AD7-FF79-B62D-A6E499F82857}"/>
              </a:ext>
            </a:extLst>
          </p:cNvPr>
          <p:cNvSpPr/>
          <p:nvPr/>
        </p:nvSpPr>
        <p:spPr>
          <a:xfrm>
            <a:off x="491896" y="2326525"/>
            <a:ext cx="40739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Public_data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loadASWRowsFromCSV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2F44A0-05E2-92E0-B614-907A337FEB30}"/>
              </a:ext>
            </a:extLst>
          </p:cNvPr>
          <p:cNvSpPr/>
          <p:nvPr/>
        </p:nvSpPr>
        <p:spPr>
          <a:xfrm>
            <a:off x="491895" y="2931669"/>
            <a:ext cx="681377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SWC_Dependence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ExtractDependenciesRawFromASW</a:t>
            </a:r>
            <a:r>
              <a:rPr lang="en-US" altLang="zh-CN" dirty="0">
                <a:solidFill>
                  <a:schemeClr val="tx1"/>
                </a:solidFill>
              </a:rPr>
              <a:t> (</a:t>
            </a:r>
            <a:r>
              <a:rPr lang="en-US" altLang="zh-CN" dirty="0" err="1">
                <a:solidFill>
                  <a:schemeClr val="tx1"/>
                </a:solidFill>
              </a:rPr>
              <a:t>filePath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098B81-E5ED-291F-8BA0-52B0E3290ED2}"/>
              </a:ext>
            </a:extLst>
          </p:cNvPr>
          <p:cNvSpPr txBox="1"/>
          <p:nvPr/>
        </p:nvSpPr>
        <p:spPr>
          <a:xfrm>
            <a:off x="491896" y="3489995"/>
            <a:ext cx="911883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main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SWC_Dependence.AnalyzeSWCDependencies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Public_data.ConnectorFilePath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AnalyzeSWCDependencies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ASW.csv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파일의 내용을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LDI.xml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파일로 변환합니다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SWC_Dependence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ExtractDependenciesAggregatedFromASW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filePath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다음 스레드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loadASWRowsFromCSV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() :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asw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파일의 내용을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차원 배열로 변환하여 상위 함수에 전달합니다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SWC_Dependence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ExtractDependenciesRawFromASW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filePath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다 다음 스레드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LDI_Create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GenerateLDIXml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()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LDI.xml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 생성 함수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74D53FA-0338-9C91-083A-FEA0C994752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528886" y="2023953"/>
            <a:ext cx="0" cy="302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0330588-4ACA-BC22-61D9-83CE72F0454C}"/>
              </a:ext>
            </a:extLst>
          </p:cNvPr>
          <p:cNvCxnSpPr>
            <a:cxnSpLocks/>
          </p:cNvCxnSpPr>
          <p:nvPr/>
        </p:nvCxnSpPr>
        <p:spPr>
          <a:xfrm flipV="1">
            <a:off x="3862386" y="1312868"/>
            <a:ext cx="0" cy="302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圆柱体 44">
            <a:extLst>
              <a:ext uri="{FF2B5EF4-FFF2-40B4-BE49-F238E27FC236}">
                <a16:creationId xmlns:a16="http://schemas.microsoft.com/office/drawing/2014/main" id="{B2C412D5-B9C6-AA5E-D4C9-9388B38CFCE6}"/>
              </a:ext>
            </a:extLst>
          </p:cNvPr>
          <p:cNvSpPr/>
          <p:nvPr/>
        </p:nvSpPr>
        <p:spPr>
          <a:xfrm>
            <a:off x="8973802" y="2400859"/>
            <a:ext cx="2045367" cy="962526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A7C3B1A-9399-E42D-24DF-FD57C4A8472A}"/>
              </a:ext>
            </a:extLst>
          </p:cNvPr>
          <p:cNvSpPr txBox="1"/>
          <p:nvPr/>
        </p:nvSpPr>
        <p:spPr>
          <a:xfrm>
            <a:off x="8973803" y="2751675"/>
            <a:ext cx="204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result.ldixml</a:t>
            </a:r>
            <a:r>
              <a:rPr lang="en-US" altLang="zh-CN" dirty="0"/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미완성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BDB21F-922B-5A65-13A1-4CC66913E284}"/>
              </a:ext>
            </a:extLst>
          </p:cNvPr>
          <p:cNvSpPr/>
          <p:nvPr/>
        </p:nvSpPr>
        <p:spPr>
          <a:xfrm>
            <a:off x="7959496" y="1623843"/>
            <a:ext cx="40739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LDI_Create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GenerateLDIXml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7F6805-B0D4-991B-667E-A8A9BEC025E2}"/>
              </a:ext>
            </a:extLst>
          </p:cNvPr>
          <p:cNvCxnSpPr/>
          <p:nvPr/>
        </p:nvCxnSpPr>
        <p:spPr>
          <a:xfrm>
            <a:off x="8486775" y="1312868"/>
            <a:ext cx="0" cy="310975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0B7893C-7B92-9896-61BA-34CF86E6FCEB}"/>
              </a:ext>
            </a:extLst>
          </p:cNvPr>
          <p:cNvCxnSpPr>
            <a:cxnSpLocks/>
            <a:stCxn id="47" idx="2"/>
            <a:endCxn id="45" idx="1"/>
          </p:cNvCxnSpPr>
          <p:nvPr/>
        </p:nvCxnSpPr>
        <p:spPr>
          <a:xfrm>
            <a:off x="9996486" y="2023953"/>
            <a:ext cx="0" cy="37690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8DEBD0-BA1A-505C-2792-C753CF472692}"/>
              </a:ext>
            </a:extLst>
          </p:cNvPr>
          <p:cNvSpPr txBox="1"/>
          <p:nvPr/>
        </p:nvSpPr>
        <p:spPr>
          <a:xfrm>
            <a:off x="10103014" y="2031527"/>
            <a:ext cx="1487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생성과 입력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57" name="图片 56" descr="文本&#10;&#10;AI 生成的内容可能不正确。">
            <a:extLst>
              <a:ext uri="{FF2B5EF4-FFF2-40B4-BE49-F238E27FC236}">
                <a16:creationId xmlns:a16="http://schemas.microsoft.com/office/drawing/2014/main" id="{B4EBE0AC-E5E9-EACB-075D-9473A25D4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895" y="3866901"/>
            <a:ext cx="2379160" cy="144996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45BF71C3-E56F-E8DD-54AF-3DA4D60A89A1}"/>
              </a:ext>
            </a:extLst>
          </p:cNvPr>
          <p:cNvSpPr txBox="1"/>
          <p:nvPr/>
        </p:nvSpPr>
        <p:spPr>
          <a:xfrm>
            <a:off x="10103015" y="5451045"/>
            <a:ext cx="183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result.ldixml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예시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73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1FFD-7567-7F31-EC14-1A1BBD8D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5F46D0-9FC1-A899-1E95-C62FCFB02A4B}"/>
              </a:ext>
            </a:extLst>
          </p:cNvPr>
          <p:cNvSpPr txBox="1"/>
          <p:nvPr/>
        </p:nvSpPr>
        <p:spPr>
          <a:xfrm>
            <a:off x="326571" y="272143"/>
            <a:ext cx="876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SWC_Dependence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 |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ExtractDependenciesAggregatedFromASW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filePath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4DB474-F2AE-54C2-4E4B-D9BABB1D3379}"/>
              </a:ext>
            </a:extLst>
          </p:cNvPr>
          <p:cNvSpPr txBox="1"/>
          <p:nvPr/>
        </p:nvSpPr>
        <p:spPr>
          <a:xfrm>
            <a:off x="367477" y="672253"/>
            <a:ext cx="1121092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먼저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Public_data.loadASWRowsFromCSV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통해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asw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 내용을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차원 배열 형태로 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로드하여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저장합니다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342900" indent="-342900">
              <a:buAutoNum type="arabicParenR"/>
            </a:pPr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2)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필요한 정보는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4, 7, 12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열입니다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4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연결에 포함되는 대상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컴포넌트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/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모듈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을 기록합니다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7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해당 대상의 연결 역할을 표시하며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연결을 발신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(P)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하는지 또는 수신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/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피연결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(R)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인지 구분합니다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12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서로 다른 모델 간 연결 관계를 구분하기 위한 값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동일 관계에 대한 그룹 식별자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입니다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또한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9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열에는 연결 관계가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SR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인터페이스인지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CS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인터페이스인지가 기록되어 있습니다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현재는 미사용이지만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추후 기능       확장 시 반영이 필요할 수 있습니다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12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열 값이 같으면 동일한 그룹으로 묶입니다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3)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각 그룹 내에는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 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+ R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여러 개 또는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여러 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+ R 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개 형태의 관계가 존재합니다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P/R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관계를 유형별로 분류합니다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또한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또는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R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중 하나라도 존재하지 않으면 해당 그룹은 건너뜁니다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4)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각 그룹에서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P/R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분류한 뒤 의존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(Dependency) 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엣지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(Edge)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생성합니다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두 모듈 간 연결이 여러 건 존재하면 의존 강도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(Count)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누적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증가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마지막으로 결과를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Map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형태로 반환합니다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F16B57-BA5F-7495-8FF7-73E0CF799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97" y="4867871"/>
            <a:ext cx="10964805" cy="9240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5AAA04C-CD31-F5B5-3AC1-6D642C99603B}"/>
              </a:ext>
            </a:extLst>
          </p:cNvPr>
          <p:cNvSpPr txBox="1"/>
          <p:nvPr/>
        </p:nvSpPr>
        <p:spPr>
          <a:xfrm>
            <a:off x="5223003" y="5885767"/>
            <a:ext cx="1745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asw</a:t>
            </a:r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 예시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035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1025-439D-3BE2-C8CA-17D0FB48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AB3A14-EC06-081B-05E5-E9BC2D307900}"/>
              </a:ext>
            </a:extLst>
          </p:cNvPr>
          <p:cNvSpPr txBox="1"/>
          <p:nvPr/>
        </p:nvSpPr>
        <p:spPr>
          <a:xfrm>
            <a:off x="326571" y="272143"/>
            <a:ext cx="876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SWC_Dependence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ExtractDependenciesRawFromASW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 (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filePath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752587-6686-9E2D-F77C-4644CF44CA1B}"/>
              </a:ext>
            </a:extLst>
          </p:cNvPr>
          <p:cNvSpPr txBox="1"/>
          <p:nvPr/>
        </p:nvSpPr>
        <p:spPr>
          <a:xfrm>
            <a:off x="367477" y="853228"/>
            <a:ext cx="11210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 함수는 이전 함수와 유사하지만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의존 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엣지를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생성할 때 모듈 간 연결이 여러 건 존재하더라도 의존 강도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(Count)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누적하지 않습니다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M3, M4, M6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지표를 사용함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02E118-A9B7-5A64-2127-11C93C281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97" y="4867871"/>
            <a:ext cx="10964805" cy="9240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AC393A0-A8C5-7D4B-48BB-95B0EC9313D5}"/>
              </a:ext>
            </a:extLst>
          </p:cNvPr>
          <p:cNvSpPr txBox="1"/>
          <p:nvPr/>
        </p:nvSpPr>
        <p:spPr>
          <a:xfrm>
            <a:off x="5223003" y="5885767"/>
            <a:ext cx="1745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asw</a:t>
            </a:r>
            <a:r>
              <a:rPr lang="ko-KR" altLang="en-US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 예시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80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98F3-B36E-58B5-6EDF-03CA77B8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12CE7C-B8AF-2E2D-A712-471AF89A970A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2 : M1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8203576-3378-A8A6-8390-88DEB6B50F56}"/>
              </a:ext>
            </a:extLst>
          </p:cNvPr>
          <p:cNvSpPr/>
          <p:nvPr/>
        </p:nvSpPr>
        <p:spPr>
          <a:xfrm>
            <a:off x="606197" y="1214663"/>
            <a:ext cx="61086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M1_Public_Data.SetWorkDir()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708ABF-069C-2D22-EF8A-D58852A376FB}"/>
              </a:ext>
            </a:extLst>
          </p:cNvPr>
          <p:cNvSpPr/>
          <p:nvPr/>
        </p:nvSpPr>
        <p:spPr>
          <a:xfrm>
            <a:off x="606197" y="1964444"/>
            <a:ext cx="41326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M1_Public_Data | </a:t>
            </a:r>
            <a:r>
              <a:rPr lang="en-US" altLang="zh-CN" dirty="0" err="1">
                <a:solidFill>
                  <a:schemeClr val="tx1"/>
                </a:solidFill>
              </a:rPr>
              <a:t>removeIfExists</a:t>
            </a:r>
            <a:r>
              <a:rPr lang="en-US" altLang="zh-CN" dirty="0">
                <a:solidFill>
                  <a:schemeClr val="tx1"/>
                </a:solidFill>
              </a:rPr>
              <a:t>(path)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C2B4D7-58AC-4EBE-3749-F9B592DEAA98}"/>
              </a:ext>
            </a:extLst>
          </p:cNvPr>
          <p:cNvSpPr/>
          <p:nvPr/>
        </p:nvSpPr>
        <p:spPr>
          <a:xfrm>
            <a:off x="4889162" y="1964444"/>
            <a:ext cx="47054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File_Utils_M1.ReadWindowsPath()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A2A5CD5-8E00-8665-0708-A740F9FC47A5}"/>
              </a:ext>
            </a:extLst>
          </p:cNvPr>
          <p:cNvCxnSpPr>
            <a:cxnSpLocks/>
          </p:cNvCxnSpPr>
          <p:nvPr/>
        </p:nvCxnSpPr>
        <p:spPr>
          <a:xfrm>
            <a:off x="2552700" y="1614773"/>
            <a:ext cx="0" cy="349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3592536-0064-0AFE-48F6-0BFEE4C7A7B0}"/>
              </a:ext>
            </a:extLst>
          </p:cNvPr>
          <p:cNvCxnSpPr>
            <a:cxnSpLocks/>
          </p:cNvCxnSpPr>
          <p:nvPr/>
        </p:nvCxnSpPr>
        <p:spPr>
          <a:xfrm>
            <a:off x="5889734" y="1614773"/>
            <a:ext cx="0" cy="349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3ACC95B1-CDC4-F098-F80D-CA19561A7822}"/>
              </a:ext>
            </a:extLst>
          </p:cNvPr>
          <p:cNvSpPr/>
          <p:nvPr/>
        </p:nvSpPr>
        <p:spPr>
          <a:xfrm>
            <a:off x="1216840" y="628906"/>
            <a:ext cx="41326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main | M1main.M1_main()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5F7D541-8370-7D43-E8A4-1939ECF8F9C0}"/>
              </a:ext>
            </a:extLst>
          </p:cNvPr>
          <p:cNvCxnSpPr>
            <a:cxnSpLocks/>
          </p:cNvCxnSpPr>
          <p:nvPr/>
        </p:nvCxnSpPr>
        <p:spPr>
          <a:xfrm>
            <a:off x="3283168" y="1029016"/>
            <a:ext cx="0" cy="185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616453B1-580E-E572-581E-164AFDAE2E12}"/>
              </a:ext>
            </a:extLst>
          </p:cNvPr>
          <p:cNvSpPr txBox="1"/>
          <p:nvPr/>
        </p:nvSpPr>
        <p:spPr>
          <a:xfrm>
            <a:off x="606197" y="2714225"/>
            <a:ext cx="91188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main | M1main.M1_main()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관련 코드를 시작하는 함수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M1_Public_Data.SetWorkDir()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작업 공간 생성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: 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M1/Build, M1/Output/LDI, M1/Output/txt</a:t>
            </a: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M1_Public_Data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removeIfExists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(path)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해당 경로에 이 폴더가 존재하면 삭제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정리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File_Utils_M1.ReadWindowsPath()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모델의 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Windows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경로 읽기</a:t>
            </a: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731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98FB-324F-D0A8-4523-ECFC7D7D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276607-1BAD-7F8D-2DE3-E74F1267D955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2 : M1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E77EA4-D298-D578-BE43-DD43EE1DE43B}"/>
              </a:ext>
            </a:extLst>
          </p:cNvPr>
          <p:cNvSpPr/>
          <p:nvPr/>
        </p:nvSpPr>
        <p:spPr>
          <a:xfrm>
            <a:off x="2300870" y="751522"/>
            <a:ext cx="47054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File_Utils_M1.CopySlxToBuild()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F1AB4D-CFC6-C354-465C-462722637FA5}"/>
              </a:ext>
            </a:extLst>
          </p:cNvPr>
          <p:cNvSpPr/>
          <p:nvPr/>
        </p:nvSpPr>
        <p:spPr>
          <a:xfrm>
            <a:off x="318934" y="1426636"/>
            <a:ext cx="42829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File_Utils_M1 | </a:t>
            </a:r>
            <a:r>
              <a:rPr lang="en-US" altLang="zh-CN" dirty="0" err="1">
                <a:solidFill>
                  <a:schemeClr val="tx1"/>
                </a:solidFill>
              </a:rPr>
              <a:t>copyFile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slxPath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dstPath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1595D7C-AA20-F453-55B4-E4D996615215}"/>
              </a:ext>
            </a:extLst>
          </p:cNvPr>
          <p:cNvSpPr/>
          <p:nvPr/>
        </p:nvSpPr>
        <p:spPr>
          <a:xfrm>
            <a:off x="4388009" y="1929031"/>
            <a:ext cx="47054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File_Utils_M1.UnzipSlxFiles()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0EA1E97-BA76-B1B1-5A4A-31BD0A2BBA71}"/>
              </a:ext>
            </a:extLst>
          </p:cNvPr>
          <p:cNvCxnSpPr>
            <a:cxnSpLocks/>
          </p:cNvCxnSpPr>
          <p:nvPr/>
        </p:nvCxnSpPr>
        <p:spPr>
          <a:xfrm>
            <a:off x="5987824" y="1151632"/>
            <a:ext cx="0" cy="777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DF6FDA4-502B-BBFD-05D5-1A76A37D30E5}"/>
              </a:ext>
            </a:extLst>
          </p:cNvPr>
          <p:cNvCxnSpPr>
            <a:cxnSpLocks/>
          </p:cNvCxnSpPr>
          <p:nvPr/>
        </p:nvCxnSpPr>
        <p:spPr>
          <a:xfrm flipV="1">
            <a:off x="4743332" y="2329141"/>
            <a:ext cx="0" cy="28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18D2097D-BF92-477D-7FC0-1BDDE8E9DF47}"/>
              </a:ext>
            </a:extLst>
          </p:cNvPr>
          <p:cNvSpPr/>
          <p:nvPr/>
        </p:nvSpPr>
        <p:spPr>
          <a:xfrm>
            <a:off x="1813037" y="2617004"/>
            <a:ext cx="42829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File_Utils_M1 | </a:t>
            </a:r>
            <a:r>
              <a:rPr lang="en-US" altLang="zh-CN" dirty="0" err="1">
                <a:solidFill>
                  <a:schemeClr val="tx1"/>
                </a:solidFill>
              </a:rPr>
              <a:t>unzipOne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slxPath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destDir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CB1F726-6D25-A2E9-FE2D-1A56EDB5EE1D}"/>
              </a:ext>
            </a:extLst>
          </p:cNvPr>
          <p:cNvCxnSpPr>
            <a:cxnSpLocks/>
          </p:cNvCxnSpPr>
          <p:nvPr/>
        </p:nvCxnSpPr>
        <p:spPr>
          <a:xfrm flipV="1">
            <a:off x="3114557" y="1151631"/>
            <a:ext cx="0" cy="275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9464C75-0A44-EA5B-8003-694399B1ECF5}"/>
              </a:ext>
            </a:extLst>
          </p:cNvPr>
          <p:cNvSpPr txBox="1"/>
          <p:nvPr/>
        </p:nvSpPr>
        <p:spPr>
          <a:xfrm>
            <a:off x="318934" y="3106540"/>
            <a:ext cx="91188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File_Utils_M1.CopySlxToBuild()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요구 조건을 만족하는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slx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파일을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BuildDir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로 복사합니다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M1_Public_Data.SetWorkDir()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 복사하는 도구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File_Utils_M1.UnzipSlxFiles()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slx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파일을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BuildDir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아래의 동일한 이름의 디렉터리로 압축 해제합니다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File_Utils_M1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unzipOne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slxPath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destDir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단일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slx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(zip)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파일을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destDir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압축 해제합니다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163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0593-1108-E796-12DE-EBCF4934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371FA3-3ADC-6B98-0070-419A949719D3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2 : M1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4CEB9C4-2FF4-C250-3046-1896FF69BD1C}"/>
              </a:ext>
            </a:extLst>
          </p:cNvPr>
          <p:cNvSpPr/>
          <p:nvPr/>
        </p:nvSpPr>
        <p:spPr>
          <a:xfrm>
            <a:off x="491897" y="747938"/>
            <a:ext cx="61086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</a:t>
            </a:r>
            <a:r>
              <a:rPr lang="en-US" altLang="zh-CN" dirty="0" err="1">
                <a:solidFill>
                  <a:schemeClr val="tx1"/>
                </a:solidFill>
              </a:rPr>
              <a:t>Analysis_Process.RunAnalysis</a:t>
            </a:r>
            <a:r>
              <a:rPr lang="en-US" altLang="zh-CN" dirty="0">
                <a:solidFill>
                  <a:schemeClr val="tx1"/>
                </a:solidFill>
              </a:rPr>
              <a:t>(3)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7EFD0F-5F5D-729A-BF7E-EA83C3867907}"/>
              </a:ext>
            </a:extLst>
          </p:cNvPr>
          <p:cNvSpPr/>
          <p:nvPr/>
        </p:nvSpPr>
        <p:spPr>
          <a:xfrm>
            <a:off x="937765" y="1564541"/>
            <a:ext cx="52168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File_Utils_M1.GenerateM1LDIFromTxt()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B92CDFE-59B5-F6CD-3458-D47373488D51}"/>
              </a:ext>
            </a:extLst>
          </p:cNvPr>
          <p:cNvSpPr/>
          <p:nvPr/>
        </p:nvSpPr>
        <p:spPr>
          <a:xfrm>
            <a:off x="937765" y="2289937"/>
            <a:ext cx="52168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M1main | LDI_M1_Create.MergeM1ToMainLDI()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16A7C87-17FF-3FF6-6A8A-9EC27239F8A5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>
            <a:off x="3546197" y="1148048"/>
            <a:ext cx="0" cy="416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1009D7C-2E8A-2076-9695-2BB1C364B2AF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3546195" y="1964651"/>
            <a:ext cx="2" cy="325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75BE2BC-62DC-BEE3-26E9-10881D569551}"/>
              </a:ext>
            </a:extLst>
          </p:cNvPr>
          <p:cNvSpPr txBox="1"/>
          <p:nvPr/>
        </p:nvSpPr>
        <p:spPr>
          <a:xfrm>
            <a:off x="318934" y="3106540"/>
            <a:ext cx="91188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Analysis_Process.RunAnalysis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(3)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분석 흐름을 설정하며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파라미터에 따라 분석 깊이가 결정됩니다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다만 현재 요구사항이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3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단계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(3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층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까지이므로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테스트는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3</a:t>
            </a:r>
            <a:r>
              <a:rPr lang="ko-KR" altLang="en-US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단계까지만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수행했습니다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File_Utils_M1.GenerateM1LDIFromTxt()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txt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파일을 기반으로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ldi.xml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파일을 생성합니다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LDI_M1_Create.MergeM1ToMainLDI()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ldi.xml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을 주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메인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ldi.xml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병합합니다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775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0293-5E16-B70D-FFF3-C3EF9A22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9D4700-AA5F-E277-9627-743DBB8019CE}"/>
              </a:ext>
            </a:extLst>
          </p:cNvPr>
          <p:cNvSpPr txBox="1"/>
          <p:nvPr/>
        </p:nvSpPr>
        <p:spPr>
          <a:xfrm>
            <a:off x="326571" y="272143"/>
            <a:ext cx="876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Analysis_Process.RunAnalysis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(3)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726336-4176-B777-B569-8D7559A58120}"/>
              </a:ext>
            </a:extLst>
          </p:cNvPr>
          <p:cNvSpPr/>
          <p:nvPr/>
        </p:nvSpPr>
        <p:spPr>
          <a:xfrm>
            <a:off x="491897" y="747938"/>
            <a:ext cx="61086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Analysis_Process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RunAnalysis</a:t>
            </a:r>
            <a:r>
              <a:rPr lang="en-US" altLang="zh-CN" dirty="0">
                <a:solidFill>
                  <a:schemeClr val="tx1"/>
                </a:solidFill>
              </a:rPr>
              <a:t>(3)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A51250-A34C-75BC-B83C-25AFF0854FD8}"/>
              </a:ext>
            </a:extLst>
          </p:cNvPr>
          <p:cNvSpPr/>
          <p:nvPr/>
        </p:nvSpPr>
        <p:spPr>
          <a:xfrm>
            <a:off x="491896" y="1303571"/>
            <a:ext cx="82106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Analysis_Process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analyzeRecursive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sysDir</a:t>
            </a:r>
            <a:r>
              <a:rPr lang="en-US" altLang="zh-CN" dirty="0">
                <a:solidFill>
                  <a:schemeClr val="tx1"/>
                </a:solidFill>
              </a:rPr>
              <a:t>, "system_root.xml", 1, </a:t>
            </a:r>
            <a:r>
              <a:rPr lang="en-US" altLang="zh-CN" dirty="0" err="1">
                <a:solidFill>
                  <a:schemeClr val="tx1"/>
                </a:solidFill>
              </a:rPr>
              <a:t>maxDepth</a:t>
            </a:r>
            <a:r>
              <a:rPr lang="en-US" altLang="zh-CN" dirty="0">
                <a:solidFill>
                  <a:schemeClr val="tx1"/>
                </a:solidFill>
              </a:rPr>
              <a:t>, "")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5AE75E-369D-8521-F080-660A434F47CB}"/>
              </a:ext>
            </a:extLst>
          </p:cNvPr>
          <p:cNvSpPr/>
          <p:nvPr/>
        </p:nvSpPr>
        <p:spPr>
          <a:xfrm>
            <a:off x="1971674" y="1910175"/>
            <a:ext cx="949293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Analysis_Process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System_Analysis.AnalyzeSubSystemsInFile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dir</a:t>
            </a:r>
            <a:r>
              <a:rPr lang="en-US" altLang="zh-CN" dirty="0">
                <a:solidFill>
                  <a:schemeClr val="tx1"/>
                </a:solidFill>
              </a:rPr>
              <a:t>, file, </a:t>
            </a:r>
            <a:r>
              <a:rPr lang="en-US" altLang="zh-CN" dirty="0" err="1">
                <a:solidFill>
                  <a:schemeClr val="tx1"/>
                </a:solidFill>
              </a:rPr>
              <a:t>currentLevel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fatherName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7ED409E-CCBE-D110-1B87-4947B33061E3}"/>
              </a:ext>
            </a:extLst>
          </p:cNvPr>
          <p:cNvCxnSpPr/>
          <p:nvPr/>
        </p:nvCxnSpPr>
        <p:spPr>
          <a:xfrm>
            <a:off x="2459421" y="1148048"/>
            <a:ext cx="0" cy="155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2C634B8-2100-5E1B-EBF8-4B9AA6627E92}"/>
              </a:ext>
            </a:extLst>
          </p:cNvPr>
          <p:cNvCxnSpPr>
            <a:cxnSpLocks/>
          </p:cNvCxnSpPr>
          <p:nvPr/>
        </p:nvCxnSpPr>
        <p:spPr>
          <a:xfrm>
            <a:off x="1121725" y="1696290"/>
            <a:ext cx="0" cy="1379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12B96E9-BFA2-90D2-8F90-B49594908F20}"/>
              </a:ext>
            </a:extLst>
          </p:cNvPr>
          <p:cNvSpPr txBox="1"/>
          <p:nvPr/>
        </p:nvSpPr>
        <p:spPr>
          <a:xfrm>
            <a:off x="1669772" y="2363059"/>
            <a:ext cx="1876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분석 깊이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&lt; 3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7A00C19-728D-D762-BDFB-DCD796A0D9DD}"/>
              </a:ext>
            </a:extLst>
          </p:cNvPr>
          <p:cNvSpPr txBox="1"/>
          <p:nvPr/>
        </p:nvSpPr>
        <p:spPr>
          <a:xfrm>
            <a:off x="688697" y="3010169"/>
            <a:ext cx="3178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분석 깊이 </a:t>
            </a:r>
            <a:r>
              <a:rPr lang="zh-CN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≥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3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시 종료</a:t>
            </a:r>
            <a:endParaRPr lang="zh-CN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0A6501A-13F8-988B-A20F-2C59D23E6002}"/>
              </a:ext>
            </a:extLst>
          </p:cNvPr>
          <p:cNvSpPr txBox="1"/>
          <p:nvPr/>
        </p:nvSpPr>
        <p:spPr>
          <a:xfrm>
            <a:off x="491894" y="3288024"/>
            <a:ext cx="114143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M1main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Analysis_Process.RunAnalysis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(3) :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M1_Public_Data.BuildDir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저장된 경로 아래의 모든 모델 폴더를 읽습니다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압축 해제된 각 모델 폴더에는 반드시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&lt;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BuildDir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&gt;/&lt;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모델명 폴더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&gt;/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simulink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/systems/system_root.xml</a:t>
            </a:r>
            <a:b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파일이 존재하며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system_root.xml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은 모든 모델 분석의 시작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첫 번째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파일입니다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해당 파일이 존재하면 다음 분석 함수를 호출합니다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이때 함수 인자로 분석할 위치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디렉터리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해당 위치에서 분석할 파일명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현재 분석 깊이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최대 분석 깊이를 전달하여 프로그램이 어디서 무엇을 얼마나 깊게 분석할지 결정하도록 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Analysis_Process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analyzeRecursive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sysDir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"system_root.xml", 1,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maxDepth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"")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분석 깊이를 먼저 확인하며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3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이상이면 종료합니다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3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미만이면 다음 함수를 계속 실행합니다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Analysis_Process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System_Analysis.AnalyzeSubSystemsInFile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dir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file,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currentLevel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fatherName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여기에서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Port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정보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모듈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블록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정보 등 모델 관련 세부 정보를 분석합니다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CB464C40-370D-BE72-41D3-627422811E0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523999" y="1703680"/>
            <a:ext cx="447675" cy="4065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EAF9A79C-80F6-1BDD-DF77-77C90F23E7E4}"/>
              </a:ext>
            </a:extLst>
          </p:cNvPr>
          <p:cNvCxnSpPr>
            <a:stCxn id="7" idx="3"/>
            <a:endCxn id="6" idx="3"/>
          </p:cNvCxnSpPr>
          <p:nvPr/>
        </p:nvCxnSpPr>
        <p:spPr>
          <a:xfrm flipH="1" flipV="1">
            <a:off x="8702565" y="1503626"/>
            <a:ext cx="2762041" cy="606604"/>
          </a:xfrm>
          <a:prstGeom prst="bentConnector3">
            <a:avLst>
              <a:gd name="adj1" fmla="val -827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8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C801-C34E-B534-93F4-95679085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113C5E-A2CC-C187-879F-C9DE81E5F929}"/>
              </a:ext>
            </a:extLst>
          </p:cNvPr>
          <p:cNvSpPr txBox="1"/>
          <p:nvPr/>
        </p:nvSpPr>
        <p:spPr>
          <a:xfrm>
            <a:off x="0" y="0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Analysis_Process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System_Analysis.AnalyzeSubSystemsInFile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dir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, file, 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currentLevel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sz="20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fatherName</a:t>
            </a:r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A0CF76-CD72-A0E3-9442-464409CF1D38}"/>
              </a:ext>
            </a:extLst>
          </p:cNvPr>
          <p:cNvSpPr/>
          <p:nvPr/>
        </p:nvSpPr>
        <p:spPr>
          <a:xfrm>
            <a:off x="446177" y="475795"/>
            <a:ext cx="789010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>
                <a:solidFill>
                  <a:schemeClr val="tx1"/>
                </a:solidFill>
              </a:rPr>
              <a:t>System_Analysis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| </a:t>
            </a:r>
            <a:r>
              <a:rPr lang="en-US" altLang="zh-CN" dirty="0" err="1">
                <a:solidFill>
                  <a:schemeClr val="tx1"/>
                </a:solidFill>
              </a:rPr>
              <a:t>AnalyzeSubSystemsInFile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dir</a:t>
            </a:r>
            <a:r>
              <a:rPr lang="en-US" altLang="zh-CN" dirty="0">
                <a:solidFill>
                  <a:schemeClr val="tx1"/>
                </a:solidFill>
              </a:rPr>
              <a:t>, file, </a:t>
            </a:r>
            <a:r>
              <a:rPr lang="en-US" altLang="zh-CN" dirty="0" err="1">
                <a:solidFill>
                  <a:schemeClr val="tx1"/>
                </a:solidFill>
              </a:rPr>
              <a:t>currentLevel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fatherName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b="1" dirty="0">
              <a:solidFill>
                <a:schemeClr val="tx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42B96B-976D-BEF9-2318-7036AA7399E1}"/>
              </a:ext>
            </a:extLst>
          </p:cNvPr>
          <p:cNvSpPr/>
          <p:nvPr/>
        </p:nvSpPr>
        <p:spPr>
          <a:xfrm>
            <a:off x="446177" y="1031428"/>
            <a:ext cx="1018562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System_Analysis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Port_Analysis.AnalyzePortsInFile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dir</a:t>
            </a:r>
            <a:r>
              <a:rPr lang="en-US" altLang="zh-CN" dirty="0">
                <a:solidFill>
                  <a:schemeClr val="tx1"/>
                </a:solidFill>
              </a:rPr>
              <a:t>, file, level, </a:t>
            </a:r>
            <a:r>
              <a:rPr lang="en-US" altLang="zh-CN" dirty="0" err="1">
                <a:solidFill>
                  <a:schemeClr val="tx1"/>
                </a:solidFill>
              </a:rPr>
              <a:t>modelName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fatherName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blockSIDs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0F51DD-7B77-ACB2-C9CC-726B81772039}"/>
              </a:ext>
            </a:extLst>
          </p:cNvPr>
          <p:cNvSpPr/>
          <p:nvPr/>
        </p:nvSpPr>
        <p:spPr>
          <a:xfrm>
            <a:off x="446174" y="1577251"/>
            <a:ext cx="769960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Port_Analysis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Connection_Analysis.AnalyzeConnectionsInFile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dir</a:t>
            </a:r>
            <a:r>
              <a:rPr lang="en-US" altLang="zh-CN" dirty="0">
                <a:solidFill>
                  <a:schemeClr val="tx1"/>
                </a:solidFill>
              </a:rPr>
              <a:t>, file)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9033C88-4F2A-2E4A-9F81-53C6C2C8607B}"/>
              </a:ext>
            </a:extLst>
          </p:cNvPr>
          <p:cNvCxnSpPr/>
          <p:nvPr/>
        </p:nvCxnSpPr>
        <p:spPr>
          <a:xfrm>
            <a:off x="2413701" y="875905"/>
            <a:ext cx="0" cy="155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DFE221EF-EC55-8C47-CFD6-0779F2E1B0B6}"/>
              </a:ext>
            </a:extLst>
          </p:cNvPr>
          <p:cNvSpPr txBox="1"/>
          <p:nvPr/>
        </p:nvSpPr>
        <p:spPr>
          <a:xfrm>
            <a:off x="388823" y="2502991"/>
            <a:ext cx="1141435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System_Analysis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AnalyzeSubSystemsInFile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dir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file,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currentLevel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fatherName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여기서는 분석 깊이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(Level)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에 따라 처리 방식이 달라집니다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층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(Level 1):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초기화 모듈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불필요 모듈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여부를 판단합니다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b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초기화 모듈의 특징은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system_root.xml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내 모듈 정보에서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Ports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또는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PortCounts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값이 비어 있는 경우이며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이런 모듈은 분석 대상에서 제외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무시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층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(Level 2):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초기화 모듈 여부는 더 이상 판단하지 않고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모듈 이름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타입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Subsystem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인지 여부만 확인합니다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3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층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(Level 3): Port(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Inport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/Outport)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모듈을 제외한 나머지 모든 모듈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블록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을 대상으로 분석합니다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System_Analysis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Port_Analysis.AnalyzePortsInFile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dir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file, level,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modelName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fatherName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blockSIDs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분석 깊이를 먼저 확인하며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3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이상이면 종료합니다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3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미만이면 다음 함수를 계속 실행합니다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Port_Analysis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Connection_Analysis.AnalyzeConnectionsInFile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dir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file)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여기서는 관련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XML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파일의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&lt;Line&gt;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영역을 분석하여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SID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정보를 추출하고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, Port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SID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와 모듈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블록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SID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1:1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로 매핑합니다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이를 통해 모듈과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Port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정보를 결합하여 하나의 완전한 모듈 정보를 구성합니다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Port_Analysis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C_S_Analysis.GetCSPorts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modelName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: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BuildDir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/&lt;Model&gt;/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simulink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/graphicalInterface.xml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CS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포트 정보가 저장되어 있습니다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이 정보를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1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층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(Level 1)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Port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정보에 추가합니다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9B8332-1664-DC6D-C9A6-56694ABBC481}"/>
              </a:ext>
            </a:extLst>
          </p:cNvPr>
          <p:cNvSpPr/>
          <p:nvPr/>
        </p:nvSpPr>
        <p:spPr>
          <a:xfrm>
            <a:off x="446174" y="2102881"/>
            <a:ext cx="769960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Port_Analysis</a:t>
            </a:r>
            <a:r>
              <a:rPr lang="en-US" altLang="zh-CN" dirty="0">
                <a:solidFill>
                  <a:schemeClr val="tx1"/>
                </a:solidFill>
              </a:rPr>
              <a:t> | </a:t>
            </a:r>
            <a:r>
              <a:rPr lang="en-US" altLang="zh-CN" dirty="0" err="1">
                <a:solidFill>
                  <a:schemeClr val="tx1"/>
                </a:solidFill>
              </a:rPr>
              <a:t>C_S_Analysis.GetCSPorts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modelName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32773A2-9BBD-BB18-C67B-045E395E3175}"/>
              </a:ext>
            </a:extLst>
          </p:cNvPr>
          <p:cNvCxnSpPr/>
          <p:nvPr/>
        </p:nvCxnSpPr>
        <p:spPr>
          <a:xfrm>
            <a:off x="2401194" y="1421728"/>
            <a:ext cx="0" cy="155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B1D66B0-A3DA-AECC-27A9-5EBC82FD2C23}"/>
              </a:ext>
            </a:extLst>
          </p:cNvPr>
          <p:cNvCxnSpPr/>
          <p:nvPr/>
        </p:nvCxnSpPr>
        <p:spPr>
          <a:xfrm>
            <a:off x="2401194" y="1977361"/>
            <a:ext cx="0" cy="155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197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46E6-1590-ECAF-FA3D-77833D8E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173C34-A6F7-B115-C518-01D2D4216373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3 : M2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C80F9C-F639-BDC9-E599-FE9FCF5B56E3}"/>
              </a:ext>
            </a:extLst>
          </p:cNvPr>
          <p:cNvSpPr/>
          <p:nvPr/>
        </p:nvSpPr>
        <p:spPr>
          <a:xfrm>
            <a:off x="491897" y="747938"/>
            <a:ext cx="61086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</a:t>
            </a:r>
            <a:r>
              <a:rPr lang="en-US" altLang="zh-CN" dirty="0" err="1">
                <a:solidFill>
                  <a:schemeClr val="tx1"/>
                </a:solidFill>
              </a:rPr>
              <a:t>Public_data.ConnectorFilePath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5F52A6-7B81-E64D-BDCA-058B99D835D1}"/>
              </a:ext>
            </a:extLst>
          </p:cNvPr>
          <p:cNvSpPr/>
          <p:nvPr/>
        </p:nvSpPr>
        <p:spPr>
          <a:xfrm>
            <a:off x="937765" y="1364485"/>
            <a:ext cx="52168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ile_Utils_M2.PrepareM2OutputDir()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A982148-1DDA-CF07-1441-06AF70549C40}"/>
              </a:ext>
            </a:extLst>
          </p:cNvPr>
          <p:cNvSpPr/>
          <p:nvPr/>
        </p:nvSpPr>
        <p:spPr>
          <a:xfrm>
            <a:off x="937765" y="1981032"/>
            <a:ext cx="52168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File_Utils_M2.GenerateM2LDIXml()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7D778BE-0312-6A2D-624E-63643B3F02E9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>
            <a:off x="3546197" y="1148048"/>
            <a:ext cx="0" cy="216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DA36672-AB36-363F-63F6-EE35EB0D38F1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3546195" y="1764595"/>
            <a:ext cx="2" cy="216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BA35940-89F6-3A96-D4C5-7FFDA85943BB}"/>
              </a:ext>
            </a:extLst>
          </p:cNvPr>
          <p:cNvSpPr txBox="1"/>
          <p:nvPr/>
        </p:nvSpPr>
        <p:spPr>
          <a:xfrm>
            <a:off x="318934" y="3106540"/>
            <a:ext cx="91188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Public_data.ConnectorFilePath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관련 파일들이 해당 파라미터에 정상적으로 저장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설정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되어 있는지 확인합니다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ile_Utils_M2.PrepareM2OutputDir()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출력 폴더가 존재하면 삭제한 후 다시 생성합니다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File_Utils_M2.GenerateM2LDIXml()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complexity.json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과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rq_versus_component.csv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기반으로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M2.ldi.xml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을 생성합니다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LDI_M2_Create.MergeM2ToMainLDI()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element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있는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coverage.m2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주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메인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LDI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동일한 이름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(element name)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element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병합합니다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6A616C-E2DD-BFA9-7646-2A92CA4D73E1}"/>
              </a:ext>
            </a:extLst>
          </p:cNvPr>
          <p:cNvSpPr/>
          <p:nvPr/>
        </p:nvSpPr>
        <p:spPr>
          <a:xfrm>
            <a:off x="937765" y="2597579"/>
            <a:ext cx="52168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LDI_M2_Create.MergeM2ToMainLDI()</a:t>
            </a:r>
          </a:p>
        </p:txBody>
      </p:sp>
    </p:spTree>
    <p:extLst>
      <p:ext uri="{BB962C8B-B14F-4D97-AF65-F5344CB8AC3E}">
        <p14:creationId xmlns:p14="http://schemas.microsoft.com/office/powerpoint/2010/main" val="1819196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9FF0-3414-0E77-D861-85AD0950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14FC7D-CEC9-A85B-9FBE-19097997A3EA}"/>
              </a:ext>
            </a:extLst>
          </p:cNvPr>
          <p:cNvSpPr txBox="1"/>
          <p:nvPr/>
        </p:nvSpPr>
        <p:spPr>
          <a:xfrm>
            <a:off x="326570" y="272143"/>
            <a:ext cx="8506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File_Utils_M2.GenerateM2LDIXml()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9E437D55-A064-286E-0F89-213969872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" y="789044"/>
            <a:ext cx="10412278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98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38B74-80C2-7791-46F8-DB2DA868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934A27-0DB9-CB7E-D261-E1C3EE319901}"/>
              </a:ext>
            </a:extLst>
          </p:cNvPr>
          <p:cNvSpPr txBox="1"/>
          <p:nvPr/>
        </p:nvSpPr>
        <p:spPr>
          <a:xfrm>
            <a:off x="326571" y="272143"/>
            <a:ext cx="367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Step 4 : M3</a:t>
            </a:r>
            <a:endParaRPr lang="zh-CN" altLang="en-US" sz="2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DD52076-8CDE-7E52-0E98-A0D5DACE0BBD}"/>
              </a:ext>
            </a:extLst>
          </p:cNvPr>
          <p:cNvSpPr/>
          <p:nvPr/>
        </p:nvSpPr>
        <p:spPr>
          <a:xfrm>
            <a:off x="491897" y="747938"/>
            <a:ext cx="61086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</a:t>
            </a:r>
            <a:r>
              <a:rPr lang="en-US" altLang="zh-CN" dirty="0" err="1">
                <a:solidFill>
                  <a:schemeClr val="tx1"/>
                </a:solidFill>
              </a:rPr>
              <a:t>Public_data.ConnectorFilePath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0883D7-66C5-C99E-AC6C-800392B57B02}"/>
              </a:ext>
            </a:extLst>
          </p:cNvPr>
          <p:cNvSpPr/>
          <p:nvPr/>
        </p:nvSpPr>
        <p:spPr>
          <a:xfrm>
            <a:off x="937765" y="1364485"/>
            <a:ext cx="52168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ile_Utils_M2.PrepareM2OutputDir()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EBF28B4-C8C1-C03B-87E3-DB32C2A19017}"/>
              </a:ext>
            </a:extLst>
          </p:cNvPr>
          <p:cNvSpPr/>
          <p:nvPr/>
        </p:nvSpPr>
        <p:spPr>
          <a:xfrm>
            <a:off x="937765" y="1981032"/>
            <a:ext cx="52168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File_Utils_M2.GenerateM2LDIXml()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C66B2D9-58DB-53E2-3581-1839AD950D3E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>
            <a:off x="3546197" y="1148048"/>
            <a:ext cx="0" cy="216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AB75F2F-6A9F-4F62-9568-F314CB93C204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3546195" y="1764595"/>
            <a:ext cx="2" cy="216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98024F7-1990-1AEC-5C6D-1A1DFC8A4A62}"/>
              </a:ext>
            </a:extLst>
          </p:cNvPr>
          <p:cNvSpPr txBox="1"/>
          <p:nvPr/>
        </p:nvSpPr>
        <p:spPr>
          <a:xfrm>
            <a:off x="318934" y="3106540"/>
            <a:ext cx="91188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</a:t>
            </a:r>
            <a:r>
              <a:rPr lang="en-US" altLang="zh-CN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Public_data.ConnectorFilePath</a:t>
            </a:r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관련 파일들이 해당 파라미터에 정상적으로 저장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설정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되어 있는지 확인합니다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ko-KR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ile_Utils_M2.PrepareM2OutputDir() :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 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출력 폴더가 존재하면 삭제한 후 다시 생성합니다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File_Utils_M2.GenerateM2LDIXml()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16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complexity.json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과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rq_versus_component.csv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기반으로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M2.ldi.xml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을 생성합니다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zh-CN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M2main | LDI_M2_Create.MergeM2ToMainLDI() :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M2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element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있는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coverage.m2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를 주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메인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) LDI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동일한 이름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(element name)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element</a:t>
            </a:r>
            <a:r>
              <a:rPr lang="ko-KR" altLang="en-US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에 병합합니다</a:t>
            </a:r>
            <a:r>
              <a:rPr lang="en-US" altLang="ko-KR" sz="16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endParaRPr lang="en-US" altLang="zh-CN" sz="16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933375-7C90-D0D3-2F2F-6F4B31E0E663}"/>
              </a:ext>
            </a:extLst>
          </p:cNvPr>
          <p:cNvSpPr/>
          <p:nvPr/>
        </p:nvSpPr>
        <p:spPr>
          <a:xfrm>
            <a:off x="937765" y="2597579"/>
            <a:ext cx="52168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M2main | LDI_M2_Create.MergeM2ToMainLDI()</a:t>
            </a:r>
          </a:p>
        </p:txBody>
      </p:sp>
    </p:spTree>
    <p:extLst>
      <p:ext uri="{BB962C8B-B14F-4D97-AF65-F5344CB8AC3E}">
        <p14:creationId xmlns:p14="http://schemas.microsoft.com/office/powerpoint/2010/main" val="1566230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1930</Words>
  <Application>Microsoft Office PowerPoint</Application>
  <PresentationFormat>宽屏</PresentationFormat>
  <Paragraphs>162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Batang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卓良 隋</dc:creator>
  <cp:lastModifiedBy>卓良 隋</cp:lastModifiedBy>
  <cp:revision>263</cp:revision>
  <dcterms:created xsi:type="dcterms:W3CDTF">2025-12-19T05:14:11Z</dcterms:created>
  <dcterms:modified xsi:type="dcterms:W3CDTF">2025-12-26T13:52:26Z</dcterms:modified>
</cp:coreProperties>
</file>